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981139-BACA-4289-9A19-51144DF3C38E}" v="278" dt="2026-10-05T03:09:32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88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raisy Arief" userId="8de79730a1d530cb" providerId="LiveId" clId="{B2D96C77-98FC-4309-A796-F70F41FF3CAD}"/>
    <pc:docChg chg="undo custSel addSld delSld modSld sldOrd">
      <pc:chgData name="Arraisy Arief" userId="8de79730a1d530cb" providerId="LiveId" clId="{B2D96C77-98FC-4309-A796-F70F41FF3CAD}" dt="2026-10-05T03:13:16.464" v="1713" actId="1076"/>
      <pc:docMkLst>
        <pc:docMk/>
      </pc:docMkLst>
      <pc:sldChg chg="addSp modSp mod">
        <pc:chgData name="Arraisy Arief" userId="8de79730a1d530cb" providerId="LiveId" clId="{B2D96C77-98FC-4309-A796-F70F41FF3CAD}" dt="2026-10-05T03:13:16.464" v="1713" actId="1076"/>
        <pc:sldMkLst>
          <pc:docMk/>
          <pc:sldMk cId="1771763339" sldId="256"/>
        </pc:sldMkLst>
        <pc:spChg chg="mod">
          <ac:chgData name="Arraisy Arief" userId="8de79730a1d530cb" providerId="LiveId" clId="{B2D96C77-98FC-4309-A796-F70F41FF3CAD}" dt="2026-10-05T03:13:16.464" v="1713" actId="1076"/>
          <ac:spMkLst>
            <pc:docMk/>
            <pc:sldMk cId="1771763339" sldId="256"/>
            <ac:spMk id="2" creationId="{2F5F34E6-C491-0505-D69F-60855BBBF366}"/>
          </ac:spMkLst>
        </pc:spChg>
        <pc:spChg chg="mod">
          <ac:chgData name="Arraisy Arief" userId="8de79730a1d530cb" providerId="LiveId" clId="{B2D96C77-98FC-4309-A796-F70F41FF3CAD}" dt="2026-10-05T03:13:16.464" v="1713" actId="1076"/>
          <ac:spMkLst>
            <pc:docMk/>
            <pc:sldMk cId="1771763339" sldId="256"/>
            <ac:spMk id="3" creationId="{4A3E0FEC-3BBC-8C51-541B-7004EBFA759D}"/>
          </ac:spMkLst>
        </pc:spChg>
        <pc:spChg chg="mod">
          <ac:chgData name="Arraisy Arief" userId="8de79730a1d530cb" providerId="LiveId" clId="{B2D96C77-98FC-4309-A796-F70F41FF3CAD}" dt="2026-10-02T15:28:46.880" v="70" actId="20577"/>
          <ac:spMkLst>
            <pc:docMk/>
            <pc:sldMk cId="1771763339" sldId="256"/>
            <ac:spMk id="4" creationId="{28817AB3-FAB4-AD10-BB63-61024B2A6293}"/>
          </ac:spMkLst>
        </pc:spChg>
        <pc:spChg chg="mod">
          <ac:chgData name="Arraisy Arief" userId="8de79730a1d530cb" providerId="LiveId" clId="{B2D96C77-98FC-4309-A796-F70F41FF3CAD}" dt="2026-10-02T15:29:03.527" v="102" actId="20577"/>
          <ac:spMkLst>
            <pc:docMk/>
            <pc:sldMk cId="1771763339" sldId="256"/>
            <ac:spMk id="5" creationId="{1FFA4AF5-86E8-2193-ADD3-0E44916E2A27}"/>
          </ac:spMkLst>
        </pc:spChg>
        <pc:spChg chg="mod">
          <ac:chgData name="Arraisy Arief" userId="8de79730a1d530cb" providerId="LiveId" clId="{B2D96C77-98FC-4309-A796-F70F41FF3CAD}" dt="2026-10-02T15:28:57.252" v="95" actId="14100"/>
          <ac:spMkLst>
            <pc:docMk/>
            <pc:sldMk cId="1771763339" sldId="256"/>
            <ac:spMk id="7" creationId="{E8B0A574-1889-BCF5-F582-7B97CBE42CF6}"/>
          </ac:spMkLst>
        </pc:spChg>
        <pc:spChg chg="add mod">
          <ac:chgData name="Arraisy Arief" userId="8de79730a1d530cb" providerId="LiveId" clId="{B2D96C77-98FC-4309-A796-F70F41FF3CAD}" dt="2026-10-05T03:09:39.124" v="1633" actId="14100"/>
          <ac:spMkLst>
            <pc:docMk/>
            <pc:sldMk cId="1771763339" sldId="256"/>
            <ac:spMk id="8" creationId="{815CD7BD-A68A-EE9F-3724-CC9EAB57190B}"/>
          </ac:spMkLst>
        </pc:spChg>
        <pc:spChg chg="add">
          <ac:chgData name="Arraisy Arief" userId="8de79730a1d530cb" providerId="LiveId" clId="{B2D96C77-98FC-4309-A796-F70F41FF3CAD}" dt="2026-10-05T02:55:57.258" v="1114" actId="22"/>
          <ac:spMkLst>
            <pc:docMk/>
            <pc:sldMk cId="1771763339" sldId="256"/>
            <ac:spMk id="10" creationId="{BEE09675-2388-E215-E369-C81D09945D14}"/>
          </ac:spMkLst>
        </pc:spChg>
        <pc:picChg chg="add">
          <ac:chgData name="Arraisy Arief" userId="8de79730a1d530cb" providerId="LiveId" clId="{B2D96C77-98FC-4309-A796-F70F41FF3CAD}" dt="2026-10-05T02:55:57.258" v="1114" actId="22"/>
          <ac:picMkLst>
            <pc:docMk/>
            <pc:sldMk cId="1771763339" sldId="256"/>
            <ac:picMk id="12" creationId="{7FA48353-C110-BFC6-4FEB-A1F007B6B7C1}"/>
          </ac:picMkLst>
        </pc:picChg>
      </pc:sldChg>
      <pc:sldChg chg="addSp delSp modSp add mod">
        <pc:chgData name="Arraisy Arief" userId="8de79730a1d530cb" providerId="LiveId" clId="{B2D96C77-98FC-4309-A796-F70F41FF3CAD}" dt="2026-10-05T03:05:00.990" v="1392"/>
        <pc:sldMkLst>
          <pc:docMk/>
          <pc:sldMk cId="4151296760" sldId="257"/>
        </pc:sldMkLst>
        <pc:spChg chg="mod">
          <ac:chgData name="Arraisy Arief" userId="8de79730a1d530cb" providerId="LiveId" clId="{B2D96C77-98FC-4309-A796-F70F41FF3CAD}" dt="2026-10-05T02:58:05.687" v="1140" actId="1076"/>
          <ac:spMkLst>
            <pc:docMk/>
            <pc:sldMk cId="4151296760" sldId="257"/>
            <ac:spMk id="2" creationId="{D0AD9052-8709-B140-C080-31D7A52DE468}"/>
          </ac:spMkLst>
        </pc:spChg>
        <pc:spChg chg="mod">
          <ac:chgData name="Arraisy Arief" userId="8de79730a1d530cb" providerId="LiveId" clId="{B2D96C77-98FC-4309-A796-F70F41FF3CAD}" dt="2026-10-05T02:57:42.726" v="1134" actId="12"/>
          <ac:spMkLst>
            <pc:docMk/>
            <pc:sldMk cId="4151296760" sldId="257"/>
            <ac:spMk id="3" creationId="{D278A141-1889-910B-4982-3674AA55830D}"/>
          </ac:spMkLst>
        </pc:spChg>
        <pc:spChg chg="add mod ord">
          <ac:chgData name="Arraisy Arief" userId="8de79730a1d530cb" providerId="LiveId" clId="{B2D96C77-98FC-4309-A796-F70F41FF3CAD}" dt="2026-10-05T02:57:59.135" v="1139" actId="1076"/>
          <ac:spMkLst>
            <pc:docMk/>
            <pc:sldMk cId="4151296760" sldId="257"/>
            <ac:spMk id="5" creationId="{706B4EC3-0CEF-C771-38BF-DC9AFAAEB66E}"/>
          </ac:spMkLst>
        </pc:spChg>
        <pc:spChg chg="add mod">
          <ac:chgData name="Arraisy Arief" userId="8de79730a1d530cb" providerId="LiveId" clId="{B2D96C77-98FC-4309-A796-F70F41FF3CAD}" dt="2026-10-05T02:57:22.325" v="1129" actId="1076"/>
          <ac:spMkLst>
            <pc:docMk/>
            <pc:sldMk cId="4151296760" sldId="257"/>
            <ac:spMk id="8" creationId="{4F17F235-3F4B-CEAF-F771-EDB48C198D0F}"/>
          </ac:spMkLst>
        </pc:spChg>
        <pc:picChg chg="add mod">
          <ac:chgData name="Arraisy Arief" userId="8de79730a1d530cb" providerId="LiveId" clId="{B2D96C77-98FC-4309-A796-F70F41FF3CAD}" dt="2026-10-05T02:57:11.676" v="1126" actId="1076"/>
          <ac:picMkLst>
            <pc:docMk/>
            <pc:sldMk cId="4151296760" sldId="257"/>
            <ac:picMk id="7" creationId="{6AD37704-8974-4E61-CE47-B75F34BA001F}"/>
          </ac:picMkLst>
        </pc:picChg>
        <pc:cxnChg chg="add mod">
          <ac:chgData name="Arraisy Arief" userId="8de79730a1d530cb" providerId="LiveId" clId="{B2D96C77-98FC-4309-A796-F70F41FF3CAD}" dt="2026-10-05T03:05:00.990" v="1392"/>
          <ac:cxnSpMkLst>
            <pc:docMk/>
            <pc:sldMk cId="4151296760" sldId="257"/>
            <ac:cxnSpMk id="9" creationId="{6B0DCFCC-B4C5-A860-88DC-C758B1BF652F}"/>
          </ac:cxnSpMkLst>
        </pc:cxnChg>
      </pc:sldChg>
      <pc:sldChg chg="addSp modSp add mod">
        <pc:chgData name="Arraisy Arief" userId="8de79730a1d530cb" providerId="LiveId" clId="{B2D96C77-98FC-4309-A796-F70F41FF3CAD}" dt="2026-10-05T03:05:20.066" v="1397" actId="1076"/>
        <pc:sldMkLst>
          <pc:docMk/>
          <pc:sldMk cId="599940919" sldId="258"/>
        </pc:sldMkLst>
        <pc:spChg chg="mod">
          <ac:chgData name="Arraisy Arief" userId="8de79730a1d530cb" providerId="LiveId" clId="{B2D96C77-98FC-4309-A796-F70F41FF3CAD}" dt="2026-10-05T02:58:25.368" v="1177" actId="20577"/>
          <ac:spMkLst>
            <pc:docMk/>
            <pc:sldMk cId="599940919" sldId="258"/>
            <ac:spMk id="2" creationId="{C94E4A27-3F1C-5EC2-4672-4D1C72C95CA2}"/>
          </ac:spMkLst>
        </pc:spChg>
        <pc:spChg chg="mod">
          <ac:chgData name="Arraisy Arief" userId="8de79730a1d530cb" providerId="LiveId" clId="{B2D96C77-98FC-4309-A796-F70F41FF3CAD}" dt="2026-10-05T03:05:09.662" v="1393" actId="14100"/>
          <ac:spMkLst>
            <pc:docMk/>
            <pc:sldMk cId="599940919" sldId="258"/>
            <ac:spMk id="3" creationId="{3855C960-AA11-5885-D626-8EF934F11E36}"/>
          </ac:spMkLst>
        </pc:spChg>
        <pc:spChg chg="mod">
          <ac:chgData name="Arraisy Arief" userId="8de79730a1d530cb" providerId="LiveId" clId="{B2D96C77-98FC-4309-A796-F70F41FF3CAD}" dt="2026-10-05T03:05:15.224" v="1396" actId="20577"/>
          <ac:spMkLst>
            <pc:docMk/>
            <pc:sldMk cId="599940919" sldId="258"/>
            <ac:spMk id="8" creationId="{FCA44F12-C751-F210-11F3-FFDB5CF48BFB}"/>
          </ac:spMkLst>
        </pc:spChg>
        <pc:picChg chg="add mod modCrop">
          <ac:chgData name="Arraisy Arief" userId="8de79730a1d530cb" providerId="LiveId" clId="{B2D96C77-98FC-4309-A796-F70F41FF3CAD}" dt="2026-10-05T03:05:20.066" v="1397" actId="1076"/>
          <ac:picMkLst>
            <pc:docMk/>
            <pc:sldMk cId="599940919" sldId="258"/>
            <ac:picMk id="6" creationId="{1EA64B6F-7922-019A-C17D-C8FC7E3701F7}"/>
          </ac:picMkLst>
        </pc:picChg>
        <pc:cxnChg chg="add mod">
          <ac:chgData name="Arraisy Arief" userId="8de79730a1d530cb" providerId="LiveId" clId="{B2D96C77-98FC-4309-A796-F70F41FF3CAD}" dt="2026-10-05T03:04:54.609" v="1391" actId="14100"/>
          <ac:cxnSpMkLst>
            <pc:docMk/>
            <pc:sldMk cId="599940919" sldId="258"/>
            <ac:cxnSpMk id="10" creationId="{7780ABAC-DF21-442C-28F7-BA2428E209DB}"/>
          </ac:cxnSpMkLst>
        </pc:cxnChg>
      </pc:sldChg>
      <pc:sldChg chg="add del">
        <pc:chgData name="Arraisy Arief" userId="8de79730a1d530cb" providerId="LiveId" clId="{B2D96C77-98FC-4309-A796-F70F41FF3CAD}" dt="2026-10-05T02:58:10.214" v="1141" actId="47"/>
        <pc:sldMkLst>
          <pc:docMk/>
          <pc:sldMk cId="1728449418" sldId="258"/>
        </pc:sldMkLst>
      </pc:sldChg>
      <pc:sldChg chg="addSp delSp modSp add mod">
        <pc:chgData name="Arraisy Arief" userId="8de79730a1d530cb" providerId="LiveId" clId="{B2D96C77-98FC-4309-A796-F70F41FF3CAD}" dt="2026-10-05T03:09:34.434" v="1632"/>
        <pc:sldMkLst>
          <pc:docMk/>
          <pc:sldMk cId="447585687" sldId="259"/>
        </pc:sldMkLst>
        <pc:spChg chg="mod">
          <ac:chgData name="Arraisy Arief" userId="8de79730a1d530cb" providerId="LiveId" clId="{B2D96C77-98FC-4309-A796-F70F41FF3CAD}" dt="2026-10-05T03:06:43.082" v="1428" actId="20577"/>
          <ac:spMkLst>
            <pc:docMk/>
            <pc:sldMk cId="447585687" sldId="259"/>
            <ac:spMk id="2" creationId="{C98E3F68-56B0-C01A-12FF-5757DE0EE43E}"/>
          </ac:spMkLst>
        </pc:spChg>
        <pc:spChg chg="mod">
          <ac:chgData name="Arraisy Arief" userId="8de79730a1d530cb" providerId="LiveId" clId="{B2D96C77-98FC-4309-A796-F70F41FF3CAD}" dt="2026-10-05T03:09:26.432" v="1629" actId="2711"/>
          <ac:spMkLst>
            <pc:docMk/>
            <pc:sldMk cId="447585687" sldId="259"/>
            <ac:spMk id="3" creationId="{13EB3714-06ED-E192-A346-C2CFCC770759}"/>
          </ac:spMkLst>
        </pc:spChg>
        <pc:spChg chg="add del mod">
          <ac:chgData name="Arraisy Arief" userId="8de79730a1d530cb" providerId="LiveId" clId="{B2D96C77-98FC-4309-A796-F70F41FF3CAD}" dt="2026-10-05T03:09:34.434" v="1632"/>
          <ac:spMkLst>
            <pc:docMk/>
            <pc:sldMk cId="447585687" sldId="259"/>
            <ac:spMk id="4" creationId="{4B6C481B-6D20-7CC3-0C72-3570E58F1C6B}"/>
          </ac:spMkLst>
        </pc:spChg>
        <pc:picChg chg="del">
          <ac:chgData name="Arraisy Arief" userId="8de79730a1d530cb" providerId="LiveId" clId="{B2D96C77-98FC-4309-A796-F70F41FF3CAD}" dt="2026-10-05T03:06:54.682" v="1429" actId="478"/>
          <ac:picMkLst>
            <pc:docMk/>
            <pc:sldMk cId="447585687" sldId="259"/>
            <ac:picMk id="6" creationId="{C230E0AE-BC88-39CC-23D6-22312BD6F021}"/>
          </ac:picMkLst>
        </pc:picChg>
      </pc:sldChg>
      <pc:sldChg chg="addSp delSp modSp add mod ord">
        <pc:chgData name="Arraisy Arief" userId="8de79730a1d530cb" providerId="LiveId" clId="{B2D96C77-98FC-4309-A796-F70F41FF3CAD}" dt="2026-10-05T03:13:10.197" v="1712" actId="1076"/>
        <pc:sldMkLst>
          <pc:docMk/>
          <pc:sldMk cId="3774772002" sldId="260"/>
        </pc:sldMkLst>
        <pc:spChg chg="mod">
          <ac:chgData name="Arraisy Arief" userId="8de79730a1d530cb" providerId="LiveId" clId="{B2D96C77-98FC-4309-A796-F70F41FF3CAD}" dt="2026-10-05T03:13:10.197" v="1712" actId="1076"/>
          <ac:spMkLst>
            <pc:docMk/>
            <pc:sldMk cId="3774772002" sldId="260"/>
            <ac:spMk id="2" creationId="{DD66C93C-CE89-80A9-88BE-3D0378D4F7DB}"/>
          </ac:spMkLst>
        </pc:spChg>
        <pc:spChg chg="del mod">
          <ac:chgData name="Arraisy Arief" userId="8de79730a1d530cb" providerId="LiveId" clId="{B2D96C77-98FC-4309-A796-F70F41FF3CAD}" dt="2026-10-05T03:12:38.311" v="1680" actId="478"/>
          <ac:spMkLst>
            <pc:docMk/>
            <pc:sldMk cId="3774772002" sldId="260"/>
            <ac:spMk id="3" creationId="{66621F95-B494-AF26-BA16-27DEDE1051B0}"/>
          </ac:spMkLst>
        </pc:spChg>
        <pc:spChg chg="del">
          <ac:chgData name="Arraisy Arief" userId="8de79730a1d530cb" providerId="LiveId" clId="{B2D96C77-98FC-4309-A796-F70F41FF3CAD}" dt="2026-10-05T03:12:47.849" v="1682" actId="478"/>
          <ac:spMkLst>
            <pc:docMk/>
            <pc:sldMk cId="3774772002" sldId="260"/>
            <ac:spMk id="4" creationId="{09C36E43-F66F-850D-FCE5-6D93848F33EE}"/>
          </ac:spMkLst>
        </pc:spChg>
        <pc:spChg chg="del">
          <ac:chgData name="Arraisy Arief" userId="8de79730a1d530cb" providerId="LiveId" clId="{B2D96C77-98FC-4309-A796-F70F41FF3CAD}" dt="2026-10-05T03:12:47.849" v="1682" actId="478"/>
          <ac:spMkLst>
            <pc:docMk/>
            <pc:sldMk cId="3774772002" sldId="260"/>
            <ac:spMk id="5" creationId="{2BD4E36F-1600-9720-D70D-F62ACAC4D9A2}"/>
          </ac:spMkLst>
        </pc:spChg>
        <pc:spChg chg="del">
          <ac:chgData name="Arraisy Arief" userId="8de79730a1d530cb" providerId="LiveId" clId="{B2D96C77-98FC-4309-A796-F70F41FF3CAD}" dt="2026-10-05T03:12:47.849" v="1682" actId="478"/>
          <ac:spMkLst>
            <pc:docMk/>
            <pc:sldMk cId="3774772002" sldId="260"/>
            <ac:spMk id="6" creationId="{FB5C94CB-F9DF-A3A2-C10A-ABFB33A2BF11}"/>
          </ac:spMkLst>
        </pc:spChg>
        <pc:spChg chg="del">
          <ac:chgData name="Arraisy Arief" userId="8de79730a1d530cb" providerId="LiveId" clId="{B2D96C77-98FC-4309-A796-F70F41FF3CAD}" dt="2026-10-05T03:12:47.849" v="1682" actId="478"/>
          <ac:spMkLst>
            <pc:docMk/>
            <pc:sldMk cId="3774772002" sldId="260"/>
            <ac:spMk id="7" creationId="{C3A7FC9F-4B94-8827-DA8D-D5BC90F1B0BF}"/>
          </ac:spMkLst>
        </pc:spChg>
        <pc:spChg chg="add del mod">
          <ac:chgData name="Arraisy Arief" userId="8de79730a1d530cb" providerId="LiveId" clId="{B2D96C77-98FC-4309-A796-F70F41FF3CAD}" dt="2026-10-05T03:12:42.043" v="1681" actId="478"/>
          <ac:spMkLst>
            <pc:docMk/>
            <pc:sldMk cId="3774772002" sldId="260"/>
            <ac:spMk id="11" creationId="{BE519E4F-5131-C69B-7711-6D8A91C3C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BB634-8F85-31F9-2C52-C15943904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74BBF-DFF7-62C3-537B-6AE525FD5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96E5C-FC39-FC12-90B6-AED1721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04/10/2026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D4E15-4411-A502-828C-18E3F62BF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62090-5B4C-86B6-1D0A-DD93A979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391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B02A-8956-FFFD-4871-7EA0C95A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C7614-B7B0-C7A0-87B3-CFFE74597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644A2-5E1E-4BC5-277A-C1CCBD244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04/10/2026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7F5CB-DCA8-2BB8-3F8D-7F854E1E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0EE30-5BDF-4DAC-7BD3-E97F3E5C0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094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AF9D-CE73-E555-649F-15F4C5A48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9F04A-A2F2-4704-352D-8D7A058B9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22261-4329-0D7B-7F47-57E81273D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04/10/2026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5FE73-A62C-2B1A-3D24-75DF45D9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4769D-2B24-E196-88A8-38074CCB8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117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3353-003A-6A20-9ACF-544955E30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1A13D-59D1-6C7B-8266-083E3A8B2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BB049-EE3C-5719-38F1-21A6052A7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FF02F-56F4-A677-652B-D73F2EC1D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04/10/2026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B9A79-5EB5-E65B-B0B7-F070E9C4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7E897-4539-00BA-3406-CEA65932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649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B98D-A467-113C-2150-DAAEE252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0C6EF-0485-A9F4-4BBC-B0CF388A5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26049-2A5E-A809-05AB-8BEC7BD56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BE10F-CFC7-B3C4-3BC1-56524D106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50EEE0-2A70-2212-39EB-496295CBD1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F248F2-E76C-0AE9-2DC3-9871294C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04/10/2026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9BABB9-69BD-510A-45CF-7C7B18E6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50E801-209A-5A59-2B52-9DB35235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6450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0FD02-6C92-46ED-27CC-C0DB1D9C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5BB98-FAD3-C0B8-FB0E-AEA5D1D93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04/10/2026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205DD-0069-FCF8-EA7B-62645FD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E3FEA-8A77-40DD-25E9-402D5353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400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33770-AB9E-E3FE-C351-AD4B707C8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04/10/2026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7A09D-1BE2-3DD3-6DC3-E16067D21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DA757-23CB-9968-50BD-904C5908A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616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3885-1DA3-85D0-92F7-83C6FB7E7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85EA7-C04C-21D5-0888-16D8F580A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A82EE-8464-B495-6D34-2AD4224BE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209E5-ECDE-4483-7F86-9FDAEB0F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04/10/2026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04A9A-E3CF-66F8-09FE-F981AF18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6B8EF-7BF1-2FBD-9F7C-489718F5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122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6E9C-8985-5C0E-ECB8-3B572907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A3673-8D56-BA13-266E-926A8E76AF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24E5D-46BC-4322-19A0-E1836A28A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384DB-3ACF-863B-EC2D-3B305A15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04/10/2026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91AFD-F90D-E55F-5411-BF0EEE09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768B3-7A25-06FF-D761-7A65453D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686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403C-1928-3229-C022-D9E56ED75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1FE00-7AF9-9DDD-0DC6-E99CDDFA2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D7C30-ED8F-DBB5-8D40-9176BFC9B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04/10/2026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A3FAF-E9F7-6C9B-70AB-9EEAC55C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63EF5-B2D2-3A41-3DEB-3943E42C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728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43C233-7E7B-0CB7-E026-518AFA04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6782C-5A1F-DB42-2125-069C4A9AB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05B67-CCB9-2B39-D054-0B318413C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396A5-EC94-487F-91EE-260FE5CAF1EB}" type="datetimeFigureOut">
              <a:rPr lang="en-ID" smtClean="0"/>
              <a:t>04/10/2026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2356B-126F-0B76-60B7-E59A0E748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52032-194C-CB23-5AE2-515149715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3263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FAADA-95A3-B254-4D42-843D75725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AC289-EA6F-314F-2B1D-46939704C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6E217-196E-0BE7-5F4E-273B696B6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396A5-EC94-487F-91EE-260FE5CAF1EB}" type="datetimeFigureOut">
              <a:rPr lang="en-ID" smtClean="0"/>
              <a:t>04/10/2026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F0997-0914-8A70-7C24-2BEAA346E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9A6ED-8E48-ED46-D819-188B81B4C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CF91B-9C64-48FE-BBD8-321EC8E6CDB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787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34E6-C491-0505-D69F-60855BBBF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069" y="2953279"/>
            <a:ext cx="9144000" cy="961496"/>
          </a:xfrm>
        </p:spPr>
        <p:txBody>
          <a:bodyPr>
            <a:normAutofit fontScale="90000"/>
          </a:bodyPr>
          <a:lstStyle/>
          <a:p>
            <a:r>
              <a:rPr lang="en-US" dirty="0"/>
              <a:t>Cosmic Ray Moun Tomography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E0FEC-3BBC-8C51-541B-7004EBFA7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069" y="3829050"/>
            <a:ext cx="9144000" cy="487362"/>
          </a:xfrm>
        </p:spPr>
        <p:txBody>
          <a:bodyPr/>
          <a:lstStyle/>
          <a:p>
            <a:r>
              <a:rPr lang="en-US" dirty="0"/>
              <a:t>Cosmic ray </a:t>
            </a:r>
            <a:r>
              <a:rPr lang="en-US" dirty="0" err="1"/>
              <a:t>moun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17AB3-FAB4-AD10-BB63-61024B2A6293}"/>
              </a:ext>
            </a:extLst>
          </p:cNvPr>
          <p:cNvSpPr txBox="1"/>
          <p:nvPr/>
        </p:nvSpPr>
        <p:spPr>
          <a:xfrm>
            <a:off x="-67734" y="6247620"/>
            <a:ext cx="178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02 </a:t>
            </a:r>
            <a:r>
              <a:rPr lang="en-US" dirty="0" err="1"/>
              <a:t>oktober</a:t>
            </a:r>
            <a:r>
              <a:rPr lang="en-US" dirty="0"/>
              <a:t> 2026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A4AF5-86E8-2193-ADD3-0E44916E2A27}"/>
              </a:ext>
            </a:extLst>
          </p:cNvPr>
          <p:cNvSpPr txBox="1"/>
          <p:nvPr/>
        </p:nvSpPr>
        <p:spPr>
          <a:xfrm>
            <a:off x="11519252" y="6507202"/>
            <a:ext cx="678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Ver.1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42AD6D-4B4D-1381-18AF-523254FEB308}"/>
              </a:ext>
            </a:extLst>
          </p:cNvPr>
          <p:cNvSpPr txBox="1"/>
          <p:nvPr/>
        </p:nvSpPr>
        <p:spPr>
          <a:xfrm>
            <a:off x="10925820" y="6514068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B0A574-1889-BCF5-F582-7B97CBE42CF6}"/>
              </a:ext>
            </a:extLst>
          </p:cNvPr>
          <p:cNvSpPr txBox="1"/>
          <p:nvPr/>
        </p:nvSpPr>
        <p:spPr>
          <a:xfrm>
            <a:off x="-67734" y="6514068"/>
            <a:ext cx="3835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Muhammad Arraisy Arief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5CD7BD-A68A-EE9F-3724-CC9EAB57190B}"/>
              </a:ext>
            </a:extLst>
          </p:cNvPr>
          <p:cNvSpPr/>
          <p:nvPr/>
        </p:nvSpPr>
        <p:spPr>
          <a:xfrm>
            <a:off x="0" y="0"/>
            <a:ext cx="12192000" cy="1677600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Google Shape;55;p13">
            <a:extLst>
              <a:ext uri="{FF2B5EF4-FFF2-40B4-BE49-F238E27FC236}">
                <a16:creationId xmlns:a16="http://schemas.microsoft.com/office/drawing/2014/main" id="{BEE09675-2388-E215-E369-C81D09945D14}"/>
              </a:ext>
            </a:extLst>
          </p:cNvPr>
          <p:cNvSpPr txBox="1"/>
          <p:nvPr/>
        </p:nvSpPr>
        <p:spPr>
          <a:xfrm>
            <a:off x="6434667" y="101600"/>
            <a:ext cx="5147600" cy="1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lnSpc>
                <a:spcPct val="90000"/>
              </a:lnSpc>
              <a:buClr>
                <a:srgbClr val="000000"/>
              </a:buClr>
            </a:pPr>
            <a:r>
              <a:rPr lang="en-US" sz="1867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INSTITUT TEKNOLOGI BANDUNG</a:t>
            </a:r>
            <a:br>
              <a:rPr lang="en-US" sz="1467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</a:b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Fakultas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Matematika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dan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Ilmu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Pengetahuan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Alam</a:t>
            </a:r>
          </a:p>
          <a:p>
            <a:pPr defTabSz="1219170">
              <a:lnSpc>
                <a:spcPct val="90000"/>
              </a:lnSpc>
              <a:buClr>
                <a:srgbClr val="000000"/>
              </a:buClr>
            </a:pPr>
            <a:endParaRPr lang="en-US" sz="1600" kern="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  <p:pic>
        <p:nvPicPr>
          <p:cNvPr id="12" name="Google Shape;56;p13">
            <a:extLst>
              <a:ext uri="{FF2B5EF4-FFF2-40B4-BE49-F238E27FC236}">
                <a16:creationId xmlns:a16="http://schemas.microsoft.com/office/drawing/2014/main" id="{7FA48353-C110-BFC6-4FEB-A1F007B6B7C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27069" y="224070"/>
            <a:ext cx="1127868" cy="1127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1763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46A39-4724-0B7F-181F-E4F9FA1CF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6B4EC3-0CEF-C771-38BF-DC9AFAAEB66E}"/>
              </a:ext>
            </a:extLst>
          </p:cNvPr>
          <p:cNvSpPr/>
          <p:nvPr/>
        </p:nvSpPr>
        <p:spPr>
          <a:xfrm>
            <a:off x="0" y="0"/>
            <a:ext cx="12192000" cy="1249136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D9052-8709-B140-C080-31D7A52DE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13" y="-148242"/>
            <a:ext cx="9144000" cy="961496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solidFill>
                  <a:schemeClr val="bg1"/>
                </a:solidFill>
              </a:rPr>
              <a:t>Pendahuluan</a:t>
            </a:r>
            <a:endParaRPr lang="en-ID" sz="4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D278A141-1889-910B-4982-3674AA55830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79714" y="1605871"/>
                <a:ext cx="9976757" cy="3771900"/>
              </a:xfrm>
            </p:spPr>
            <p:txBody>
              <a:bodyPr>
                <a:no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Moun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merupakan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partikel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elementer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mirip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electron,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namun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massanya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/>
                      <m:t>≈207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kali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massa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elektron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l"/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Muon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terbentuk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ketika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cosmic ray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berenergi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tinggi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dari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luar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angkasa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berinteraksi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atmosfer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Bumi,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menghasilkan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partikel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sekunder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salah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satunya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adalah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muon. Muon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kemudian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terus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mencapai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permukaan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Bumi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dengan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energi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rata-rata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sekitar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3–4 GeV. </a:t>
                </a:r>
              </a:p>
              <a:p>
                <a:pPr algn="l"/>
                <a:endParaRPr lang="en-ID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Karena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memiliki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energi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tinggi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dan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daya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penetrasi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yang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besar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muon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dapat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melewati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material yang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tebal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dan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padat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Hal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memungkinkan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muon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digunakan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untuk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memperoleh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informasi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mengenai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bagian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dalam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objek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berukuran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besar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tanpa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harus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ID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membukanya</a:t>
                </a:r>
                <a:r>
                  <a:rPr lang="en-ID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D278A141-1889-910B-4982-3674AA5583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79714" y="1605871"/>
                <a:ext cx="9976757" cy="3771900"/>
              </a:xfrm>
              <a:blipFill>
                <a:blip r:embed="rId2"/>
                <a:stretch>
                  <a:fillRect l="-856" t="-2262" b="-2423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oogle Shape;56;p13">
            <a:extLst>
              <a:ext uri="{FF2B5EF4-FFF2-40B4-BE49-F238E27FC236}">
                <a16:creationId xmlns:a16="http://schemas.microsoft.com/office/drawing/2014/main" id="{6AD37704-8974-4E61-CE47-B75F34BA00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84219" y="60634"/>
            <a:ext cx="1127868" cy="112786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17F235-3F4B-CEAF-F771-EDB48C198D0F}"/>
              </a:ext>
            </a:extLst>
          </p:cNvPr>
          <p:cNvSpPr txBox="1"/>
          <p:nvPr/>
        </p:nvSpPr>
        <p:spPr>
          <a:xfrm>
            <a:off x="11883902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en-ID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0DCFCC-B4C5-A860-88DC-C758B1BF652F}"/>
              </a:ext>
            </a:extLst>
          </p:cNvPr>
          <p:cNvCxnSpPr>
            <a:cxnSpLocks/>
          </p:cNvCxnSpPr>
          <p:nvPr/>
        </p:nvCxnSpPr>
        <p:spPr>
          <a:xfrm flipH="1">
            <a:off x="0" y="6400800"/>
            <a:ext cx="12192000" cy="0"/>
          </a:xfrm>
          <a:prstGeom prst="line">
            <a:avLst/>
          </a:prstGeom>
          <a:ln>
            <a:solidFill>
              <a:srgbClr val="005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29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3BB5-64B0-D44E-C12B-8D87165A8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4161CE-8484-8075-8C4B-43F202DF2E32}"/>
              </a:ext>
            </a:extLst>
          </p:cNvPr>
          <p:cNvSpPr/>
          <p:nvPr/>
        </p:nvSpPr>
        <p:spPr>
          <a:xfrm>
            <a:off x="0" y="0"/>
            <a:ext cx="12192000" cy="1249136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4E4A27-3F1C-5EC2-4672-4D1C72C95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13" y="-148242"/>
            <a:ext cx="9144000" cy="961496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solidFill>
                  <a:schemeClr val="bg1"/>
                </a:solidFill>
              </a:rPr>
              <a:t>Pemanfaatan</a:t>
            </a:r>
            <a:r>
              <a:rPr lang="en-US" sz="4000" dirty="0">
                <a:solidFill>
                  <a:schemeClr val="bg1"/>
                </a:solidFill>
              </a:rPr>
              <a:t> Moun </a:t>
            </a:r>
            <a:r>
              <a:rPr lang="en-US" sz="4000" dirty="0" err="1">
                <a:solidFill>
                  <a:schemeClr val="bg1"/>
                </a:solidFill>
              </a:rPr>
              <a:t>sebagai</a:t>
            </a:r>
            <a:r>
              <a:rPr lang="en-US" sz="4000" dirty="0">
                <a:solidFill>
                  <a:schemeClr val="bg1"/>
                </a:solidFill>
              </a:rPr>
              <a:t> Tomography</a:t>
            </a:r>
            <a:endParaRPr lang="en-ID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5C960-AA11-5885-D626-8EF934F11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9715" y="1605871"/>
            <a:ext cx="7811860" cy="382338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penetrasi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memungkinkan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cosmic ray muon tomography,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prinsip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serupa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X-ray radiography.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Perbedaannya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X-ray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buatan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sedangkan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muon tomography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memanfaatkan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alami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cosmic ray.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D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Ketika 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melewati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suatu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interaksi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arah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lintasan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berhasil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melewati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tersebut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mereknstruksi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struktur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karakteristik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 di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objek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oogle Shape;56;p13">
            <a:extLst>
              <a:ext uri="{FF2B5EF4-FFF2-40B4-BE49-F238E27FC236}">
                <a16:creationId xmlns:a16="http://schemas.microsoft.com/office/drawing/2014/main" id="{F1D9143D-4259-3550-C1A2-A7E27BD8E34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4219" y="60634"/>
            <a:ext cx="1127868" cy="112786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A44F12-C751-F210-11F3-FFDB5CF48BFB}"/>
              </a:ext>
            </a:extLst>
          </p:cNvPr>
          <p:cNvSpPr txBox="1"/>
          <p:nvPr/>
        </p:nvSpPr>
        <p:spPr>
          <a:xfrm>
            <a:off x="11883902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A64B6F-7922-019A-C17D-C8FC7E3701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37"/>
          <a:stretch>
            <a:fillRect/>
          </a:stretch>
        </p:blipFill>
        <p:spPr>
          <a:xfrm>
            <a:off x="9084593" y="1680654"/>
            <a:ext cx="2487385" cy="386253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780ABAC-DF21-442C-28F7-BA2428E209DB}"/>
              </a:ext>
            </a:extLst>
          </p:cNvPr>
          <p:cNvCxnSpPr>
            <a:cxnSpLocks/>
          </p:cNvCxnSpPr>
          <p:nvPr/>
        </p:nvCxnSpPr>
        <p:spPr>
          <a:xfrm flipH="1">
            <a:off x="0" y="6400800"/>
            <a:ext cx="12192000" cy="0"/>
          </a:xfrm>
          <a:prstGeom prst="line">
            <a:avLst/>
          </a:prstGeom>
          <a:ln>
            <a:solidFill>
              <a:srgbClr val="005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940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00AFC-EBA5-8DA9-EC0A-727A33D33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D7BEBD-493B-0915-8D04-AC968E2F6E3B}"/>
              </a:ext>
            </a:extLst>
          </p:cNvPr>
          <p:cNvSpPr/>
          <p:nvPr/>
        </p:nvSpPr>
        <p:spPr>
          <a:xfrm>
            <a:off x="0" y="0"/>
            <a:ext cx="12192000" cy="1249136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E3F68-56B0-C01A-12FF-5757DE0EE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13" y="-148242"/>
            <a:ext cx="9144000" cy="961496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solidFill>
                  <a:schemeClr val="bg1"/>
                </a:solidFill>
              </a:rPr>
              <a:t>Interaksi</a:t>
            </a:r>
            <a:r>
              <a:rPr lang="en-US" sz="4000" dirty="0">
                <a:solidFill>
                  <a:schemeClr val="bg1"/>
                </a:solidFill>
              </a:rPr>
              <a:t> Moun </a:t>
            </a:r>
            <a:r>
              <a:rPr lang="en-US" sz="4000" dirty="0" err="1">
                <a:solidFill>
                  <a:schemeClr val="bg1"/>
                </a:solidFill>
              </a:rPr>
              <a:t>dengan</a:t>
            </a:r>
            <a:r>
              <a:rPr lang="en-US" sz="4000" dirty="0">
                <a:solidFill>
                  <a:schemeClr val="bg1"/>
                </a:solidFill>
              </a:rPr>
              <a:t> Material</a:t>
            </a:r>
            <a:endParaRPr lang="en-ID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B3714-06ED-E192-A346-C2CFCC770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907" y="1532279"/>
            <a:ext cx="10412186" cy="4585377"/>
          </a:xfrm>
        </p:spPr>
        <p:txBody>
          <a:bodyPr>
            <a:noAutofit/>
          </a:bodyPr>
          <a:lstStyle/>
          <a:p>
            <a:pPr algn="l"/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Ketika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melewati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dua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utama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dimanfaatkan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l"/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ID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Moun scattering</a:t>
            </a:r>
          </a:p>
          <a:p>
            <a:pPr algn="l"/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multiple Coulomb scattering,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sehingga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lintasannya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arah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Besar scattering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dipengaruhi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densitas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komposisi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material.</a:t>
            </a:r>
          </a:p>
          <a:p>
            <a:pPr algn="l"/>
            <a:endParaRPr lang="en-ID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ID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Moun absorption</a:t>
            </a:r>
          </a:p>
          <a:p>
            <a:pPr algn="l"/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ketika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melewati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material. Sebagian muon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energinya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hingga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berhenti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terserap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oogle Shape;56;p13">
            <a:extLst>
              <a:ext uri="{FF2B5EF4-FFF2-40B4-BE49-F238E27FC236}">
                <a16:creationId xmlns:a16="http://schemas.microsoft.com/office/drawing/2014/main" id="{A1C7522C-6F5A-DE56-C089-0D7F3D779A4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84219" y="60634"/>
            <a:ext cx="1127868" cy="112786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2AC6AD-43F9-2601-DFA2-57B1B92B0D0F}"/>
              </a:ext>
            </a:extLst>
          </p:cNvPr>
          <p:cNvSpPr txBox="1"/>
          <p:nvPr/>
        </p:nvSpPr>
        <p:spPr>
          <a:xfrm>
            <a:off x="11883902" y="6488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D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000E25-F16B-F0EF-74E4-EB529D6CE6AB}"/>
              </a:ext>
            </a:extLst>
          </p:cNvPr>
          <p:cNvCxnSpPr>
            <a:cxnSpLocks/>
          </p:cNvCxnSpPr>
          <p:nvPr/>
        </p:nvCxnSpPr>
        <p:spPr>
          <a:xfrm flipH="1">
            <a:off x="0" y="6400800"/>
            <a:ext cx="12192000" cy="0"/>
          </a:xfrm>
          <a:prstGeom prst="line">
            <a:avLst/>
          </a:prstGeom>
          <a:ln>
            <a:solidFill>
              <a:srgbClr val="005A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58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D5DD7-940C-080D-53B1-75785370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6C93C-CE89-80A9-88BE-3D0378D4F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6869" y="3296179"/>
            <a:ext cx="9144000" cy="961496"/>
          </a:xfrm>
        </p:spPr>
        <p:txBody>
          <a:bodyPr>
            <a:normAutofit/>
          </a:bodyPr>
          <a:lstStyle/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1F8D72-87CD-2D94-1A3D-8F248C11AFF7}"/>
              </a:ext>
            </a:extLst>
          </p:cNvPr>
          <p:cNvSpPr/>
          <p:nvPr/>
        </p:nvSpPr>
        <p:spPr>
          <a:xfrm>
            <a:off x="0" y="0"/>
            <a:ext cx="12192000" cy="1677600"/>
          </a:xfrm>
          <a:prstGeom prst="rect">
            <a:avLst/>
          </a:prstGeom>
          <a:solidFill>
            <a:srgbClr val="005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Google Shape;55;p13">
            <a:extLst>
              <a:ext uri="{FF2B5EF4-FFF2-40B4-BE49-F238E27FC236}">
                <a16:creationId xmlns:a16="http://schemas.microsoft.com/office/drawing/2014/main" id="{11A3F580-B378-BD5A-48CF-648D203EF669}"/>
              </a:ext>
            </a:extLst>
          </p:cNvPr>
          <p:cNvSpPr txBox="1"/>
          <p:nvPr/>
        </p:nvSpPr>
        <p:spPr>
          <a:xfrm>
            <a:off x="6434667" y="101600"/>
            <a:ext cx="5147600" cy="1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lnSpc>
                <a:spcPct val="90000"/>
              </a:lnSpc>
              <a:buClr>
                <a:srgbClr val="000000"/>
              </a:buClr>
            </a:pPr>
            <a:r>
              <a:rPr lang="en-US" sz="1867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INSTITUT TEKNOLOGI BANDUNG</a:t>
            </a:r>
            <a:br>
              <a:rPr lang="en-US" sz="1467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</a:b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Fakultas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Matematika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dan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Ilmu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</a:t>
            </a:r>
            <a:r>
              <a:rPr lang="en-US" sz="1600" kern="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Pengetahuan</a:t>
            </a:r>
            <a:r>
              <a:rPr lang="en-US" sz="1600" kern="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"/>
              </a:rPr>
              <a:t> Alam</a:t>
            </a:r>
          </a:p>
          <a:p>
            <a:pPr defTabSz="1219170">
              <a:lnSpc>
                <a:spcPct val="90000"/>
              </a:lnSpc>
              <a:buClr>
                <a:srgbClr val="000000"/>
              </a:buClr>
            </a:pPr>
            <a:endParaRPr lang="en-US" sz="1600" kern="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"/>
            </a:endParaRPr>
          </a:p>
        </p:txBody>
      </p:sp>
      <p:pic>
        <p:nvPicPr>
          <p:cNvPr id="12" name="Google Shape;56;p13">
            <a:extLst>
              <a:ext uri="{FF2B5EF4-FFF2-40B4-BE49-F238E27FC236}">
                <a16:creationId xmlns:a16="http://schemas.microsoft.com/office/drawing/2014/main" id="{409ACD45-10DB-E585-1BB0-06C08E59E70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27069" y="224070"/>
            <a:ext cx="1127868" cy="1127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4772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279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Cosmic Ray Moun Tomography</vt:lpstr>
      <vt:lpstr>Pendahuluan</vt:lpstr>
      <vt:lpstr>Pemanfaatan Moun sebagai Tomography</vt:lpstr>
      <vt:lpstr>Interaksi Moun dengan Material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Arraisy Arief</dc:creator>
  <cp:lastModifiedBy>Arraisy Arief</cp:lastModifiedBy>
  <cp:revision>1</cp:revision>
  <dcterms:created xsi:type="dcterms:W3CDTF">2026-10-02T15:24:10Z</dcterms:created>
  <dcterms:modified xsi:type="dcterms:W3CDTF">2026-10-05T03:13:19Z</dcterms:modified>
</cp:coreProperties>
</file>